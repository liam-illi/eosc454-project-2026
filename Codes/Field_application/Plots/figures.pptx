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9CB0-79D3-ADD9-A2A9-F3586D52B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A1FF8-84E5-C968-32DF-E263A7180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1FF3C-C661-2464-E6D8-6FCC8651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6B117-31A4-9ED4-69EF-1E085C76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A90B5-9B44-4C2D-500C-CF889E1F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822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2975-CEAF-E99E-4AC5-46E9AF55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D2DCF-912C-52FA-440A-AE8494A3E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D35A-153C-38EA-3554-CC1AE88D2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A4743-74E8-B39F-D2DD-EEB815E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609AC-8040-6FBC-4EFF-E6FF321E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1049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4A5E-B431-9636-90BE-56C9F087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67D69-AC13-25A7-297B-8EC2CAB1C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16161-7E2C-D42F-F775-37EB08786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CB9FC-A353-FC50-14E2-0CED8F45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3C68A-5DB7-CDF6-3FCF-EE560A08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044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F69D7-1C0E-30B9-EA06-051795D3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E431B-78F3-9E9F-0CC9-6663570FD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03076-A3EC-B3E4-0789-4C432F970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C4A02-7ED3-0F4D-4B34-6302E2B3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62A7C-CDC3-8F5C-1C74-380A0B80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87B25-48CA-76DB-926C-91346F0D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222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EB00C-BC45-8566-D307-0B1CED7B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B1BFC-A4E5-4D3D-6B87-08E531771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5194C-9AAB-F671-99C9-0405980C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36315-39FD-1EA8-FD03-9303944B0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09267D-7836-F25E-6B7E-49B0A7CB9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48EDC-44F0-B6AB-CEEF-8A1B831A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4033F-6CEF-8F8A-F554-A64B4372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C555B-D534-1B2E-AD99-67E5185F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533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EBBB-9E93-1A91-4CBA-007F7C2D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0AF57-4E66-0044-2E86-9F74E8AA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FE964-A658-6E28-6487-C93CFBB6D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CB3A8-4EBA-3F7E-9DB1-317FD8C5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563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DE92B-9054-3510-A092-827D162A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3AD51-647E-BB84-F817-DB25EAA6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00604-5EC2-9D68-206A-41213B1DA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573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AEF5-3BF0-1124-4B43-C9AD9A38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EB9F6-2D73-E84B-0C65-17D895228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7D490-94AA-27CE-8238-F43864D4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96152-73E6-76FB-D159-F701C50E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E000B-657E-469D-B808-F15B632C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DC495-69EE-44A3-0BEE-EF02DB93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12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3832-629C-3C05-D64E-51367E48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1584A8-2665-D380-A92B-700FCB22E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46816-BB48-3D3C-5DCB-A1B287299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A5910-306A-3D86-FD43-D1CA500DF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AB1DD-A535-369B-438D-7D375919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74F99-6B22-234E-40FE-C2CD3BA6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632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F844-A4A1-53E7-47F2-F9A15D276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01959-573F-4FDA-0E9A-B5FABE651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977B9-E962-71B0-63A6-DC6A24CA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465BA-D8D5-06BB-2F95-9BCB6540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8A502-66A7-4B26-302F-6484E804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44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B8E8E-4EF0-82C6-D2D4-527030052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EA7F7-3996-E688-44C5-1AE212F3B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8E8F3-EFE7-774B-8916-6008DD13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5A2BC-0F16-E4C5-327D-04B6F864E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B7DE9-C338-E2CF-E7E6-8B8AC485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91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64544-C88E-AB1A-599C-965C88BA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8BC3B-DF55-D155-080B-FB35D156E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00903-B79C-E401-F991-FF45B4159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CE597-4343-4EF8-933A-60064266019C}" type="datetimeFigureOut">
              <a:rPr lang="en-CA" smtClean="0"/>
              <a:t>2026-04-23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8C3F8-55B3-756E-4865-5AB2BF853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924E6-CA39-F8FD-84E3-DEF5851CF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90674-2595-43A7-963F-265405F6F8E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639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3C41-405C-9679-3ACC-41E21B72FD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4E509-27F5-C041-0D90-8D5EBD2621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7022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5AA8FD2-B669-81AA-7BB3-7A923817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664719"/>
            <a:ext cx="8813800" cy="21849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E0AF8F-181A-8C9B-27FD-C47BD43A1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662179"/>
            <a:ext cx="8813800" cy="21886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199DB5-41AB-91A5-9340-32E2B11F8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660906"/>
            <a:ext cx="8813800" cy="21904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D3E18A9-1176-0B42-1447-9CDE1460B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661543"/>
            <a:ext cx="8813800" cy="21895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791D59-735C-FF70-C1D7-9A24EF053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1440" y="2985151"/>
            <a:ext cx="6221196" cy="37855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C419123-0C50-522C-471B-FA5E58905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2591" y="2985151"/>
            <a:ext cx="6109527" cy="37855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8067629-9FE2-7416-B708-0255AA4C5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0307" y="2985151"/>
            <a:ext cx="6266606" cy="378555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C51F719-E351-C62A-0F3B-AC91ECFFBE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5605" y="2985151"/>
            <a:ext cx="6382195" cy="378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4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4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Wu</dc:creator>
  <cp:lastModifiedBy>Liam Wu</cp:lastModifiedBy>
  <cp:revision>2</cp:revision>
  <dcterms:created xsi:type="dcterms:W3CDTF">2026-04-23T17:05:40Z</dcterms:created>
  <dcterms:modified xsi:type="dcterms:W3CDTF">2026-04-23T17:15:17Z</dcterms:modified>
</cp:coreProperties>
</file>